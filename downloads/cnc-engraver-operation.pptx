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4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71" d="100"/>
          <a:sy n="71" d="100"/>
        </p:scale>
        <p:origin x="58" y="5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1C6E5-0FBA-2782-CECC-C16C02571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E1F4CF-8AEC-5A02-1E22-9951D3010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81C37A-1162-357E-3D33-84347EF9A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29CA-E01B-42FD-AE9D-DD7C309F70BC}" type="datetimeFigureOut">
              <a:rPr lang="zh-CN" altLang="en-US" smtClean="0"/>
              <a:t>2026-06-25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04D5B8-D7AF-C4FA-5287-F9BBDA515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CD4D30-7ACC-9846-0856-4054CBF43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075C-2FBD-4382-A931-D3A6127A3C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112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69D941-CCB0-6936-543C-69BAC15B0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7235C4-6ADD-FE94-1BFF-1C7DE6E99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688DCF-760D-2913-F98E-5127C015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29CA-E01B-42FD-AE9D-DD7C309F70BC}" type="datetimeFigureOut">
              <a:rPr lang="zh-CN" altLang="en-US" smtClean="0"/>
              <a:t>2026-06-25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659DFB-C07E-1DD9-E3E7-052FBCA6D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0707FD-F286-DD51-5981-856903E14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075C-2FBD-4382-A931-D3A6127A3C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876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E5A2DF-4ED3-7576-B97D-1BABEDE36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531C7E-4FB7-4AC3-5804-F10B9BBB4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C706F1-446E-8538-58D1-49CFFEFFE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29CA-E01B-42FD-AE9D-DD7C309F70BC}" type="datetimeFigureOut">
              <a:rPr lang="zh-CN" altLang="en-US" smtClean="0"/>
              <a:t>2026-06-25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72CE74-4808-1A7A-541E-77AA2C2F5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D866B7-8F02-729C-85C6-DA2CF507F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075C-2FBD-4382-A931-D3A6127A3C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743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AE25E7-DBE1-67E2-F2E4-A1F7D0E7F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EE9868-52B7-9117-2549-FF85072185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D79435-9305-C2B4-4AFD-4643C9754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594FE5-7F7E-5727-A1D5-4EE58E9AE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29CA-E01B-42FD-AE9D-DD7C309F70BC}" type="datetimeFigureOut">
              <a:rPr lang="zh-CN" altLang="en-US" smtClean="0"/>
              <a:t>2026-06-25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F0604A-8E09-4FF5-E1CA-DD17FFFFB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180C84-3C02-7A8C-D8F8-1F9C66FCF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075C-2FBD-4382-A931-D3A6127A3C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397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1D8AC8-9AB8-784A-1984-2AB5547F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4D59AF-0FE1-B91C-DFE4-6E4323080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7BC6DD-0FC5-B0C1-4F8C-607ECCBBD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31610EC-AD98-632C-B740-96B1EBEDF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EF84709-FE69-6826-53E3-628298DA6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4A02FB-42C5-C384-0296-6B043C080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29CA-E01B-42FD-AE9D-DD7C309F70BC}" type="datetimeFigureOut">
              <a:rPr lang="zh-CN" altLang="en-US" smtClean="0"/>
              <a:t>2026-06-25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8C7F21B-FEC6-8289-A004-BA6E26C8A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EDCE803-EE54-A9E4-33BA-47958A293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075C-2FBD-4382-A931-D3A6127A3C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149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ECDD2-3111-8869-55AC-33654A4DD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49CBF4B-2C6C-BBDC-AA26-1F06EBF64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29CA-E01B-42FD-AE9D-DD7C309F70BC}" type="datetimeFigureOut">
              <a:rPr lang="zh-CN" altLang="en-US" smtClean="0"/>
              <a:t>2026-06-25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AB044C-AEEF-555D-E8F2-1520D4B4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BA6623-BBC1-4D6F-13D1-C3C9529A4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075C-2FBD-4382-A931-D3A6127A3C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350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F61E45-737B-50FE-1E82-F58063FF4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29CA-E01B-42FD-AE9D-DD7C309F70BC}" type="datetimeFigureOut">
              <a:rPr lang="zh-CN" altLang="en-US" smtClean="0"/>
              <a:t>2026-06-25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7BEE00D-40E6-54B5-6240-18BB89C30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CC49BE-3724-DABD-F46D-FF2EF9EAE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075C-2FBD-4382-A931-D3A6127A3C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124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D089E5-0A21-9170-527F-EED25C7CF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FD378B-91D3-E254-48E4-5035BC805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38DCEF-5F5B-94E4-90C6-4D547A526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D1CF1B-5BD1-419F-8ECB-C4B9A4442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29CA-E01B-42FD-AE9D-DD7C309F70BC}" type="datetimeFigureOut">
              <a:rPr lang="zh-CN" altLang="en-US" smtClean="0"/>
              <a:t>2026-06-25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3485EE-A5AF-3B9E-58E0-7F36B31C9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FB20BF-37A7-9F99-ABB8-9D392EB34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075C-2FBD-4382-A931-D3A6127A3C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8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4F9C0B-2AF2-0B17-BB73-C882D9EC6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6F1913C-AE9F-C991-41EC-F33C0D02A6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2B0167-0451-E31C-6478-1D80B7C47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7EA3EF-FB53-7B9F-35A8-F43AC419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29CA-E01B-42FD-AE9D-DD7C309F70BC}" type="datetimeFigureOut">
              <a:rPr lang="zh-CN" altLang="en-US" smtClean="0"/>
              <a:t>2026-06-25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628474-CAA2-0663-8EE1-34B60F26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FEED65-CFB8-D0D1-261B-5D53687EE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075C-2FBD-4382-A931-D3A6127A3C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157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8EE9D0-624D-D0C0-31A0-DAC4F309D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73642F-7F2A-8A4F-2E1E-2F3187E1F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A473E5-B685-C911-A9EC-2A5C2BE5D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29CA-E01B-42FD-AE9D-DD7C309F70BC}" type="datetimeFigureOut">
              <a:rPr lang="zh-CN" altLang="en-US" smtClean="0"/>
              <a:t>2026-06-25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D6075E-E2A8-4EA2-DF80-5AB5FEA5E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0EF68A-744C-5BEC-97D4-7FF977715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075C-2FBD-4382-A931-D3A6127A3C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04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664F0D-E3C0-4068-5D5D-DCAE5A81E6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7E3A0B-23D2-6FD5-7FDD-82732BC2E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4889D3-9124-5EDF-C615-0766D0327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29CA-E01B-42FD-AE9D-DD7C309F70BC}" type="datetimeFigureOut">
              <a:rPr lang="zh-CN" altLang="en-US" smtClean="0"/>
              <a:t>2026-06-25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E24565-D036-AB5C-8BA2-E1C53223E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E70AC5-52DE-A2C2-D5B9-37926C14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075C-2FBD-4382-A931-D3A6127A3C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111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CB9FB02-DBF5-3777-9259-BFE765D0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C123B0-41B0-CD31-1B5B-DA6E1DC3C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7E58C4-AF4F-C7ED-1384-D26208AC8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329CA-E01B-42FD-AE9D-DD7C309F70BC}" type="datetimeFigureOut">
              <a:rPr lang="zh-CN" altLang="en-US" smtClean="0"/>
              <a:t>2026-06-25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3421F1-1E9C-9582-9248-062A66BADA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D98D33-90F9-9B11-2DAA-A2773E674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C075C-2FBD-4382-A931-D3A6127A3C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67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AA52572-C478-1773-659F-08F4D5FC1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8545"/>
            <a:ext cx="4668078" cy="297813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CF42C4F-37A9-17BD-B77B-E14FDBE5F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65727"/>
            <a:ext cx="4668078" cy="279975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A7D8A0FB-6739-90D7-AB90-F220AC27E0DC}"/>
              </a:ext>
            </a:extLst>
          </p:cNvPr>
          <p:cNvSpPr/>
          <p:nvPr/>
        </p:nvSpPr>
        <p:spPr>
          <a:xfrm>
            <a:off x="6937513" y="4263292"/>
            <a:ext cx="516835" cy="3379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6C4448-0FEC-EF7F-BBE2-4CC5C0A6A869}"/>
              </a:ext>
            </a:extLst>
          </p:cNvPr>
          <p:cNvSpPr/>
          <p:nvPr/>
        </p:nvSpPr>
        <p:spPr>
          <a:xfrm>
            <a:off x="7573617" y="768625"/>
            <a:ext cx="407506" cy="3942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C9B255F-4355-9841-A6F6-4AE7C7FFE786}"/>
              </a:ext>
            </a:extLst>
          </p:cNvPr>
          <p:cNvCxnSpPr>
            <a:cxnSpLocks/>
          </p:cNvCxnSpPr>
          <p:nvPr/>
        </p:nvCxnSpPr>
        <p:spPr>
          <a:xfrm flipH="1">
            <a:off x="5158409" y="1003852"/>
            <a:ext cx="2415208" cy="6957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0CEB15E-D209-4EA6-CEB8-3E0CE44805E9}"/>
              </a:ext>
            </a:extLst>
          </p:cNvPr>
          <p:cNvCxnSpPr>
            <a:cxnSpLocks/>
          </p:cNvCxnSpPr>
          <p:nvPr/>
        </p:nvCxnSpPr>
        <p:spPr>
          <a:xfrm flipH="1">
            <a:off x="5078896" y="4584772"/>
            <a:ext cx="1858617" cy="2987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A14D2B3-A2CF-0954-7F6D-21DE174588E8}"/>
              </a:ext>
            </a:extLst>
          </p:cNvPr>
          <p:cNvSpPr txBox="1"/>
          <p:nvPr/>
        </p:nvSpPr>
        <p:spPr>
          <a:xfrm>
            <a:off x="1685984" y="734283"/>
            <a:ext cx="34724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dirty="0"/>
              <a:t>插上数据线</a:t>
            </a:r>
            <a:endParaRPr lang="en-US" altLang="zh-CN" dirty="0"/>
          </a:p>
          <a:p>
            <a:pPr algn="r"/>
            <a:r>
              <a:rPr lang="zh-CN" altLang="en-US" dirty="0"/>
              <a:t>连接雕刻机</a:t>
            </a:r>
            <a:endParaRPr lang="en-US" altLang="zh-CN" dirty="0"/>
          </a:p>
          <a:p>
            <a:pPr algn="r"/>
            <a:r>
              <a:rPr lang="zh-CN" altLang="en-US" dirty="0"/>
              <a:t>（若连不上换</a:t>
            </a:r>
            <a:r>
              <a:rPr lang="en-US" altLang="zh-CN" dirty="0"/>
              <a:t>com</a:t>
            </a:r>
            <a:r>
              <a:rPr lang="zh-CN" altLang="en-US" dirty="0"/>
              <a:t>口</a:t>
            </a:r>
            <a:r>
              <a:rPr lang="en-US" altLang="zh-CN" dirty="0"/>
              <a:t>/</a:t>
            </a:r>
            <a:r>
              <a:rPr lang="zh-CN" altLang="en-US" dirty="0"/>
              <a:t>点击重启）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F010B65-DB3A-C327-9D0B-3288D36354DD}"/>
              </a:ext>
            </a:extLst>
          </p:cNvPr>
          <p:cNvSpPr txBox="1"/>
          <p:nvPr/>
        </p:nvSpPr>
        <p:spPr>
          <a:xfrm>
            <a:off x="2474844" y="4698875"/>
            <a:ext cx="2823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载入任务（</a:t>
            </a:r>
            <a:r>
              <a:rPr lang="en-US" altLang="zh-CN" dirty="0"/>
              <a:t>.</a:t>
            </a:r>
            <a:r>
              <a:rPr lang="en-US" altLang="zh-CN" dirty="0" err="1"/>
              <a:t>nc</a:t>
            </a:r>
            <a:r>
              <a:rPr lang="zh-CN" altLang="en-US" dirty="0"/>
              <a:t>格式文件）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7473F26-DD72-642D-57E3-DD83B13EDB5E}"/>
              </a:ext>
            </a:extLst>
          </p:cNvPr>
          <p:cNvSpPr/>
          <p:nvPr/>
        </p:nvSpPr>
        <p:spPr>
          <a:xfrm>
            <a:off x="6096000" y="1792471"/>
            <a:ext cx="319710" cy="3220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0F4836-D420-858E-9C5B-E1E7B9FB6D4D}"/>
              </a:ext>
            </a:extLst>
          </p:cNvPr>
          <p:cNvSpPr/>
          <p:nvPr/>
        </p:nvSpPr>
        <p:spPr>
          <a:xfrm>
            <a:off x="6096000" y="4070161"/>
            <a:ext cx="319710" cy="3299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92C025E-F683-0C1E-7281-1076344467FA}"/>
              </a:ext>
            </a:extLst>
          </p:cNvPr>
          <p:cNvSpPr txBox="1"/>
          <p:nvPr/>
        </p:nvSpPr>
        <p:spPr>
          <a:xfrm>
            <a:off x="577988" y="50408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第一步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81CB6F0-EC14-C485-B630-7874682EA114}"/>
              </a:ext>
            </a:extLst>
          </p:cNvPr>
          <p:cNvSpPr txBox="1"/>
          <p:nvPr/>
        </p:nvSpPr>
        <p:spPr>
          <a:xfrm>
            <a:off x="577988" y="393844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第二步</a:t>
            </a:r>
          </a:p>
        </p:txBody>
      </p:sp>
    </p:spTree>
    <p:extLst>
      <p:ext uri="{BB962C8B-B14F-4D97-AF65-F5344CB8AC3E}">
        <p14:creationId xmlns:p14="http://schemas.microsoft.com/office/powerpoint/2010/main" val="4172443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D5E8C51-071B-5632-6AA4-AA3F7EDA6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99243"/>
            <a:ext cx="5436668" cy="321006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A0E50BB-71ED-F399-6E74-201CE53A098B}"/>
              </a:ext>
            </a:extLst>
          </p:cNvPr>
          <p:cNvSpPr/>
          <p:nvPr/>
        </p:nvSpPr>
        <p:spPr>
          <a:xfrm>
            <a:off x="6095999" y="978794"/>
            <a:ext cx="356315" cy="3414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34DCC4-F8C3-F626-523A-E94EC899FDEB}"/>
              </a:ext>
            </a:extLst>
          </p:cNvPr>
          <p:cNvSpPr/>
          <p:nvPr/>
        </p:nvSpPr>
        <p:spPr>
          <a:xfrm>
            <a:off x="6095998" y="1320270"/>
            <a:ext cx="356317" cy="4190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090DF0-1F72-8EB2-FC6E-281843D8F79A}"/>
              </a:ext>
            </a:extLst>
          </p:cNvPr>
          <p:cNvSpPr/>
          <p:nvPr/>
        </p:nvSpPr>
        <p:spPr>
          <a:xfrm>
            <a:off x="6539948" y="775252"/>
            <a:ext cx="1689652" cy="11628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249EBE-5FCB-1807-807D-EC66A7BBEFC3}"/>
              </a:ext>
            </a:extLst>
          </p:cNvPr>
          <p:cNvSpPr txBox="1"/>
          <p:nvPr/>
        </p:nvSpPr>
        <p:spPr>
          <a:xfrm>
            <a:off x="577988" y="50408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第三步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3F5405A-137B-3630-6831-F52B2A54AD91}"/>
              </a:ext>
            </a:extLst>
          </p:cNvPr>
          <p:cNvCxnSpPr>
            <a:cxnSpLocks/>
          </p:cNvCxnSpPr>
          <p:nvPr/>
        </p:nvCxnSpPr>
        <p:spPr>
          <a:xfrm flipH="1">
            <a:off x="4969565" y="1149532"/>
            <a:ext cx="1126433" cy="5076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37D414C-8330-055C-1231-F53F26CE42A0}"/>
              </a:ext>
            </a:extLst>
          </p:cNvPr>
          <p:cNvSpPr txBox="1"/>
          <p:nvPr/>
        </p:nvSpPr>
        <p:spPr>
          <a:xfrm>
            <a:off x="659332" y="1169562"/>
            <a:ext cx="4108817" cy="1712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j-lt"/>
              </a:rPr>
              <a:t>以刀路路径轮廓数据为依据</a:t>
            </a:r>
            <a:endParaRPr lang="en-US" altLang="zh-CN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j-lt"/>
              </a:rPr>
              <a:t>控制电机运转，</a:t>
            </a:r>
            <a:endParaRPr lang="en-US" altLang="zh-CN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j-lt"/>
              </a:rPr>
              <a:t>调整刀头的</a:t>
            </a:r>
            <a:r>
              <a:rPr lang="en-US" altLang="zh-CN" dirty="0">
                <a:latin typeface="+mj-lt"/>
              </a:rPr>
              <a:t>X</a:t>
            </a:r>
            <a:r>
              <a:rPr lang="zh-CN" altLang="en-US" dirty="0">
                <a:latin typeface="+mj-lt"/>
              </a:rPr>
              <a:t>、</a:t>
            </a:r>
            <a:r>
              <a:rPr lang="en-US" altLang="zh-CN" dirty="0">
                <a:latin typeface="+mj-lt"/>
              </a:rPr>
              <a:t>Y</a:t>
            </a:r>
            <a:r>
              <a:rPr lang="zh-CN" altLang="en-US" dirty="0">
                <a:latin typeface="+mj-lt"/>
              </a:rPr>
              <a:t>轴位置</a:t>
            </a:r>
            <a:endParaRPr lang="en-US" altLang="zh-CN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j-lt"/>
              </a:rPr>
              <a:t>确保刀头运作路径在玻纤板正确的位置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310EA2D-7B89-3206-AE8A-B2E94DA7C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3609304"/>
            <a:ext cx="5436668" cy="2738517"/>
          </a:xfrm>
          <a:prstGeom prst="rect">
            <a:avLst/>
          </a:prstGeom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5D54D16-9875-7953-ADBD-4E445C50A80E}"/>
              </a:ext>
            </a:extLst>
          </p:cNvPr>
          <p:cNvCxnSpPr>
            <a:cxnSpLocks/>
          </p:cNvCxnSpPr>
          <p:nvPr/>
        </p:nvCxnSpPr>
        <p:spPr>
          <a:xfrm flipH="1" flipV="1">
            <a:off x="4969565" y="2416837"/>
            <a:ext cx="3561520" cy="232303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08CAAD52-9210-B63B-DE2A-3F9A53B1B7CB}"/>
              </a:ext>
            </a:extLst>
          </p:cNvPr>
          <p:cNvSpPr/>
          <p:nvPr/>
        </p:nvSpPr>
        <p:spPr>
          <a:xfrm>
            <a:off x="8531087" y="4363861"/>
            <a:ext cx="1875184" cy="15797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6390D7A-28B4-0F84-08FE-E2AA9B5090DE}"/>
              </a:ext>
            </a:extLst>
          </p:cNvPr>
          <p:cNvSpPr txBox="1"/>
          <p:nvPr/>
        </p:nvSpPr>
        <p:spPr>
          <a:xfrm>
            <a:off x="8618718" y="3884550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刀路轮廓数据</a:t>
            </a:r>
          </a:p>
        </p:txBody>
      </p:sp>
    </p:spTree>
    <p:extLst>
      <p:ext uri="{BB962C8B-B14F-4D97-AF65-F5344CB8AC3E}">
        <p14:creationId xmlns:p14="http://schemas.microsoft.com/office/powerpoint/2010/main" val="1041500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1BC0DA2-18B3-97C5-D65E-26A83C09C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7919"/>
            <a:ext cx="5791200" cy="41265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E06883F-A1C1-ED55-F393-3AA525C68B0E}"/>
              </a:ext>
            </a:extLst>
          </p:cNvPr>
          <p:cNvSpPr/>
          <p:nvPr/>
        </p:nvSpPr>
        <p:spPr>
          <a:xfrm>
            <a:off x="8627164" y="725556"/>
            <a:ext cx="566531" cy="14014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C3D6EB-02CA-329E-1E97-5BEA9FF62860}"/>
              </a:ext>
            </a:extLst>
          </p:cNvPr>
          <p:cNvSpPr/>
          <p:nvPr/>
        </p:nvSpPr>
        <p:spPr>
          <a:xfrm>
            <a:off x="6858000" y="2126974"/>
            <a:ext cx="715618" cy="2484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2E3CBA4-54B3-FE74-B79B-4BBCDC422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946066"/>
            <a:ext cx="3038899" cy="1438476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8479FE0-7486-695E-4E4A-B50CAFD1572A}"/>
              </a:ext>
            </a:extLst>
          </p:cNvPr>
          <p:cNvCxnSpPr>
            <a:cxnSpLocks/>
          </p:cNvCxnSpPr>
          <p:nvPr/>
        </p:nvCxnSpPr>
        <p:spPr>
          <a:xfrm>
            <a:off x="7195931" y="2375452"/>
            <a:ext cx="298173" cy="248478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D9CD3443-F9F1-1F33-7909-8DEDB4185599}"/>
              </a:ext>
            </a:extLst>
          </p:cNvPr>
          <p:cNvSpPr/>
          <p:nvPr/>
        </p:nvSpPr>
        <p:spPr>
          <a:xfrm>
            <a:off x="6096000" y="4946066"/>
            <a:ext cx="3038899" cy="14014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501E8C-4F50-0C8C-8397-A6921AB8BA0F}"/>
              </a:ext>
            </a:extLst>
          </p:cNvPr>
          <p:cNvSpPr/>
          <p:nvPr/>
        </p:nvSpPr>
        <p:spPr>
          <a:xfrm>
            <a:off x="7476301" y="5039138"/>
            <a:ext cx="753299" cy="193813"/>
          </a:xfrm>
          <a:prstGeom prst="rect">
            <a:avLst/>
          </a:prstGeom>
          <a:noFill/>
          <a:ln w="38100">
            <a:solidFill>
              <a:srgbClr val="544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A6B2BA9-18B7-F065-D60F-DED92F85C135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8305600" y="5136044"/>
            <a:ext cx="1403930" cy="87760"/>
          </a:xfrm>
          <a:prstGeom prst="straightConnector1">
            <a:avLst/>
          </a:prstGeom>
          <a:ln w="28575">
            <a:solidFill>
              <a:srgbClr val="5440E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FB2BFE82-2E48-F538-BB3B-F1BC27FC11DF}"/>
              </a:ext>
            </a:extLst>
          </p:cNvPr>
          <p:cNvSpPr txBox="1"/>
          <p:nvPr/>
        </p:nvSpPr>
        <p:spPr>
          <a:xfrm>
            <a:off x="9709530" y="5039138"/>
            <a:ext cx="161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调整为</a:t>
            </a:r>
            <a:r>
              <a:rPr lang="en-US" altLang="zh-CN" dirty="0"/>
              <a:t>0.1mm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C7C6326-ABA0-D39C-0C22-7747AFF5DB40}"/>
              </a:ext>
            </a:extLst>
          </p:cNvPr>
          <p:cNvSpPr txBox="1"/>
          <p:nvPr/>
        </p:nvSpPr>
        <p:spPr>
          <a:xfrm>
            <a:off x="577988" y="50408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第四步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8B45052-AEE9-04A0-94F9-067C32D63244}"/>
              </a:ext>
            </a:extLst>
          </p:cNvPr>
          <p:cNvSpPr txBox="1"/>
          <p:nvPr/>
        </p:nvSpPr>
        <p:spPr>
          <a:xfrm>
            <a:off x="145774" y="1249811"/>
            <a:ext cx="590097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、利用控制板块（如下图），缓慢放下刀头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、在刀头快要贴近玻纤板时（肉眼观测、大约</a:t>
            </a:r>
            <a:r>
              <a:rPr lang="en-US" altLang="zh-CN" dirty="0"/>
              <a:t>1-2mm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、点按 “ 主轴 ”</a:t>
            </a:r>
            <a:r>
              <a:rPr lang="en-US" altLang="zh-CN" dirty="0"/>
              <a:t>   </a:t>
            </a:r>
            <a:r>
              <a:rPr lang="zh-CN" altLang="en-US" dirty="0"/>
              <a:t>，启动刀头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、调到板块</a:t>
            </a:r>
            <a:r>
              <a:rPr lang="en-US" altLang="zh-CN" dirty="0"/>
              <a:t>Ⅱ</a:t>
            </a:r>
            <a:r>
              <a:rPr lang="zh-CN" altLang="en-US" dirty="0"/>
              <a:t>（如右图）将移动单位设置成</a:t>
            </a:r>
            <a:r>
              <a:rPr lang="en-US" altLang="zh-CN" dirty="0"/>
              <a:t>0.1mm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、点按“ </a:t>
            </a:r>
            <a:r>
              <a:rPr lang="en-US" altLang="zh-CN" dirty="0"/>
              <a:t>Z- </a:t>
            </a:r>
            <a:r>
              <a:rPr lang="zh-CN" altLang="en-US" dirty="0"/>
              <a:t>”，使刀头缓慢接近玻纤板</a:t>
            </a:r>
            <a:endParaRPr lang="en-US" altLang="zh-CN" dirty="0"/>
          </a:p>
          <a:p>
            <a:r>
              <a:rPr lang="en-US" altLang="zh-CN" dirty="0"/>
              <a:t>6</a:t>
            </a:r>
            <a:r>
              <a:rPr lang="zh-CN" altLang="en-US" dirty="0"/>
              <a:t>、不断下刀，进刀约</a:t>
            </a:r>
            <a:r>
              <a:rPr lang="en-US" altLang="zh-CN" dirty="0"/>
              <a:t>0.3-0.6mm</a:t>
            </a:r>
          </a:p>
          <a:p>
            <a:endParaRPr lang="zh-CN" altLang="en-US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4D0AF00C-B745-C9F6-B08D-BF2361CA4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743" y="3107320"/>
            <a:ext cx="4646131" cy="3562761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24D5F11F-6277-6ED9-9AFF-DE26663F8E5D}"/>
              </a:ext>
            </a:extLst>
          </p:cNvPr>
          <p:cNvSpPr/>
          <p:nvPr/>
        </p:nvSpPr>
        <p:spPr>
          <a:xfrm>
            <a:off x="1685984" y="5933661"/>
            <a:ext cx="874643" cy="6469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6461D06-64E2-D11F-5795-F25D4C4E10EA}"/>
              </a:ext>
            </a:extLst>
          </p:cNvPr>
          <p:cNvSpPr/>
          <p:nvPr/>
        </p:nvSpPr>
        <p:spPr>
          <a:xfrm>
            <a:off x="5993296" y="109330"/>
            <a:ext cx="6052930" cy="656075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145D87D-65F1-D77A-0726-101ECF0E96F9}"/>
              </a:ext>
            </a:extLst>
          </p:cNvPr>
          <p:cNvSpPr/>
          <p:nvPr/>
        </p:nvSpPr>
        <p:spPr>
          <a:xfrm>
            <a:off x="164834" y="3004137"/>
            <a:ext cx="5025867" cy="3744533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05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9B15747-1E0B-3C4C-4435-711CD8DD7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419" y="1123120"/>
            <a:ext cx="7225582" cy="424202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10A0635-F218-8193-2ED3-2FD1D1BED0F9}"/>
              </a:ext>
            </a:extLst>
          </p:cNvPr>
          <p:cNvSpPr/>
          <p:nvPr/>
        </p:nvSpPr>
        <p:spPr>
          <a:xfrm>
            <a:off x="4909931" y="4363278"/>
            <a:ext cx="357809" cy="4373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E89EC5-C7F7-AC57-B284-996B21568CA1}"/>
              </a:ext>
            </a:extLst>
          </p:cNvPr>
          <p:cNvSpPr txBox="1"/>
          <p:nvPr/>
        </p:nvSpPr>
        <p:spPr>
          <a:xfrm>
            <a:off x="607806" y="1438364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第五步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DCBCA3C-685B-9679-4BD0-297CFE824705}"/>
              </a:ext>
            </a:extLst>
          </p:cNvPr>
          <p:cNvSpPr txBox="1"/>
          <p:nvPr/>
        </p:nvSpPr>
        <p:spPr>
          <a:xfrm>
            <a:off x="607806" y="258417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点击开始即可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0C6AF64-DA37-4014-72FF-DAFEC12754E4}"/>
              </a:ext>
            </a:extLst>
          </p:cNvPr>
          <p:cNvCxnSpPr>
            <a:cxnSpLocks/>
          </p:cNvCxnSpPr>
          <p:nvPr/>
        </p:nvCxnSpPr>
        <p:spPr>
          <a:xfrm flipH="1" flipV="1">
            <a:off x="2385392" y="3071191"/>
            <a:ext cx="2524539" cy="15107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557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Office PowerPoint</Application>
  <PresentationFormat>宽屏</PresentationFormat>
  <Paragraphs>22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王淳 卢</dc:creator>
  <cp:lastModifiedBy>王淳 卢</cp:lastModifiedBy>
  <cp:revision>2</cp:revision>
  <dcterms:created xsi:type="dcterms:W3CDTF">2026-06-25T12:46:01Z</dcterms:created>
  <dcterms:modified xsi:type="dcterms:W3CDTF">2026-06-25T12:46:56Z</dcterms:modified>
</cp:coreProperties>
</file>